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EventHub — The Future of Event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Production-Ready Platform for Discovering and Managing Events</a:t>
            </a:r>
          </a:p>
          <a:p>
            <a:r>
              <a:t>Presented by: [Your Name]</a:t>
            </a:r>
          </a:p>
        </p:txBody>
      </p:sp>
      <p:pic>
        <p:nvPicPr>
          <p:cNvPr id="4" name="Picture 3" descr="eventhub_title_slide_17747616465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Challenge in Event Management:</a:t>
            </a:r>
          </a:p>
          <a:p>
            <a:r>
              <a:rPr dirty="0"/>
              <a:t>• Fragmentation: Multiple tools for registration, ticketing, and analytics.</a:t>
            </a:r>
          </a:p>
          <a:p>
            <a:r>
              <a:rPr dirty="0"/>
              <a:t>• Complexity: Setting up custom registration forms is often technical.</a:t>
            </a:r>
          </a:p>
          <a:p>
            <a:r>
              <a:rPr dirty="0"/>
              <a:t>• Engagement: Lack of built-in social tools like reviews and discussions.</a:t>
            </a:r>
          </a:p>
          <a:p>
            <a:r>
              <a:rPr dirty="0"/>
              <a:t>• Verification: Manual check-ins are slow and error-prone.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Solution — EventHub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Integrated Ecosystem:</a:t>
            </a:r>
          </a:p>
          <a:p>
            <a:r>
              <a:rPr dirty="0"/>
              <a:t>• Single Point of Truth for organizers and attendees.</a:t>
            </a:r>
          </a:p>
          <a:p>
            <a:r>
              <a:rPr dirty="0"/>
              <a:t>• Automated Workflow: From discovery to QR-code entry.</a:t>
            </a:r>
          </a:p>
          <a:p>
            <a:r>
              <a:rPr dirty="0"/>
              <a:t>• Data-Driven: Real-time insights for organizers.</a:t>
            </a:r>
          </a:p>
          <a:p>
            <a:r>
              <a:rPr dirty="0"/>
              <a:t>• AI-Enhanced: Smart discovery via natural language.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🎫 QR-Powered Ticketing: Secure entry verification.</a:t>
            </a:r>
          </a:p>
          <a:p>
            <a:r>
              <a:t>📈 Organizer Dashboard: Live revenue and registration charts.</a:t>
            </a:r>
          </a:p>
          <a:p>
            <a:r>
              <a:t>📝 Custom Forms: Adaptive questions per event.</a:t>
            </a:r>
          </a:p>
          <a:p>
            <a:r>
              <a:t>📧 Notifications: Automated registration and reminder emails.</a:t>
            </a:r>
          </a:p>
          <a:p>
            <a:r>
              <a:t>💳 Payments: Razorpay and 'Pay at Venue'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Backend Core: Django 5.1 &amp; Python 3.12</a:t>
            </a:r>
          </a:p>
          <a:p>
            <a:r>
              <a:t>• Database Layer: PostgreSQL for robust data</a:t>
            </a:r>
          </a:p>
          <a:p>
            <a:r>
              <a:t>• Media Storage: Cloudinary integration</a:t>
            </a:r>
          </a:p>
          <a:p>
            <a:r>
              <a:t>• Frontend: Clean design with Bootstrap 5</a:t>
            </a:r>
          </a:p>
          <a:p>
            <a:r>
              <a:t>• AI Integration: Google Gemini API Assistant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Onboarding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[Insert Flow Diagram A from presentation_content.md here]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Booking &amp; Ticketing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[Insert Flow Diagram B from presentation_content.md here]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Organizer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Revenue Overview: Visual breakdown of ticket sales.</a:t>
            </a:r>
          </a:p>
          <a:p>
            <a:r>
              <a:t>• Attendee Insights: Exportable CSV lists.</a:t>
            </a:r>
          </a:p>
          <a:p>
            <a:r>
              <a:t>• Performance Tracking: Analytics at a glance.</a:t>
            </a:r>
          </a:p>
          <a:p>
            <a:r>
              <a:t>• Effortless Management: Complete CRUD for events.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Discovery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Concept: Hybrid Assistant (DB Queries + AI Reasoning)</a:t>
            </a:r>
          </a:p>
          <a:p>
            <a:r>
              <a:t>• Natural Language Discovery ('What's on this weekend?')</a:t>
            </a:r>
          </a:p>
          <a:p>
            <a:r>
              <a:t>• Process Guidance: Helping users with registration.</a:t>
            </a:r>
          </a:p>
          <a:p>
            <a:r>
              <a:t>• Context Awareness: Location-based responses (Kalaburagi).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State: Stable, Production-Ready.</a:t>
            </a:r>
          </a:p>
          <a:p>
            <a:r>
              <a:t>Future Goals:</a:t>
            </a:r>
          </a:p>
          <a:p>
            <a:r>
              <a:t>• Google Calendar Integration</a:t>
            </a:r>
          </a:p>
          <a:p>
            <a:r>
              <a:t>• Native QR Scanner Mobile Apps</a:t>
            </a:r>
          </a:p>
          <a:p>
            <a:r>
              <a:t>• Multi-lingual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353</Words>
  <Application>Microsoft Office PowerPoint</Application>
  <PresentationFormat>On-screen Show (4:3)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EventHub — The Future of Event Management</vt:lpstr>
      <vt:lpstr>Problem Statement</vt:lpstr>
      <vt:lpstr>The Solution — EventHub</vt:lpstr>
      <vt:lpstr>Key Features</vt:lpstr>
      <vt:lpstr>System Architecture</vt:lpstr>
      <vt:lpstr>User Onboarding Flow</vt:lpstr>
      <vt:lpstr>Event Booking &amp; Ticketing Flow</vt:lpstr>
      <vt:lpstr>Organizer Experience</vt:lpstr>
      <vt:lpstr>AI Discovery Engine</vt:lpstr>
      <vt:lpstr>Conclusion &amp; Roadmap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Veeresh awaralli</cp:lastModifiedBy>
  <cp:revision>1</cp:revision>
  <dcterms:created xsi:type="dcterms:W3CDTF">2013-01-27T09:14:16Z</dcterms:created>
  <dcterms:modified xsi:type="dcterms:W3CDTF">2026-03-29T05:39:07Z</dcterms:modified>
  <cp:category/>
</cp:coreProperties>
</file>